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4013" r:id="rId4"/>
  </p:sldMasterIdLst>
  <p:notesMasterIdLst>
    <p:notesMasterId r:id="rId6"/>
  </p:notesMasterIdLst>
  <p:handoutMasterIdLst>
    <p:handoutMasterId r:id="rId7"/>
  </p:handoutMasterIdLst>
  <p:sldIdLst>
    <p:sldId id="368" r:id="rId5"/>
  </p:sldIdLst>
  <p:sldSz cx="12192000" cy="6858000"/>
  <p:notesSz cx="6858000" cy="9144000"/>
  <p:embeddedFontLst>
    <p:embeddedFont>
      <p:font typeface="Grundfos TheSans Extd Black" panose="020B0805050302020203" pitchFamily="34" charset="0"/>
      <p:bold r:id="rId8"/>
    </p:embeddedFont>
    <p:embeddedFont>
      <p:font typeface="Grundfos TheSans ExtraBold" panose="020B0802050302020203" pitchFamily="34" charset="0"/>
      <p:bold r:id="rId9"/>
      <p:boldItalic r:id="rId10"/>
    </p:embeddedFont>
    <p:embeddedFont>
      <p:font typeface="Grundfos TheSans SemiLight" panose="020B0402050302020203" pitchFamily="34" charset="0"/>
      <p:regular r:id="rId11"/>
      <p:italic r:id="rId12"/>
    </p:embeddedFont>
  </p:embeddedFontLst>
  <p:defaultTextStyle>
    <a:defPPr>
      <a:defRPr lang="da-DK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69696"/>
    <a:srgbClr val="E8E8E8"/>
    <a:srgbClr val="4D4D4D"/>
    <a:srgbClr val="47A6FF"/>
    <a:srgbClr val="00C600"/>
    <a:srgbClr val="DDDDDD"/>
    <a:srgbClr val="5F5F5F"/>
    <a:srgbClr val="777777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68" y="3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4" d="100"/>
          <a:sy n="94" d="100"/>
        </p:scale>
        <p:origin x="3606" y="6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i Bæk Thomsen" userId="fad683e7-3878-4156-9ef5-a8353642e4f8" providerId="ADAL" clId="{5179D4B4-5BF5-4F19-B31F-1120DEF0E46C}"/>
    <pc:docChg chg="custSel modSld">
      <pc:chgData name="Nicolai Bæk Thomsen" userId="fad683e7-3878-4156-9ef5-a8353642e4f8" providerId="ADAL" clId="{5179D4B4-5BF5-4F19-B31F-1120DEF0E46C}" dt="2026-02-06T06:46:32.827" v="47" actId="20577"/>
      <pc:docMkLst>
        <pc:docMk/>
      </pc:docMkLst>
      <pc:sldChg chg="modSp mod">
        <pc:chgData name="Nicolai Bæk Thomsen" userId="fad683e7-3878-4156-9ef5-a8353642e4f8" providerId="ADAL" clId="{5179D4B4-5BF5-4F19-B31F-1120DEF0E46C}" dt="2026-02-06T06:46:32.827" v="47" actId="20577"/>
        <pc:sldMkLst>
          <pc:docMk/>
          <pc:sldMk cId="2891858134" sldId="368"/>
        </pc:sldMkLst>
        <pc:spChg chg="mod">
          <ac:chgData name="Nicolai Bæk Thomsen" userId="fad683e7-3878-4156-9ef5-a8353642e4f8" providerId="ADAL" clId="{5179D4B4-5BF5-4F19-B31F-1120DEF0E46C}" dt="2026-02-06T06:46:32.827" v="47" actId="20577"/>
          <ac:spMkLst>
            <pc:docMk/>
            <pc:sldMk cId="2891858134" sldId="368"/>
            <ac:spMk id="6" creationId="{EE3099B3-4550-5181-666B-903A6BDF90C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>
              <a:latin typeface="Grundfos TheSans SemiLight" panose="020B0402050302020203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58CCC-6F56-43DD-8E6C-EA1D04BE9FE9}" type="datetimeFigureOut">
              <a:rPr lang="en-GB" smtClean="0">
                <a:latin typeface="Grundfos TheSans SemiLight" panose="020B0402050302020203" pitchFamily="34" charset="0"/>
              </a:rPr>
              <a:t>06/02/2026</a:t>
            </a:fld>
            <a:endParaRPr lang="en-GB">
              <a:latin typeface="Grundfos TheSans SemiLight" panose="020B0402050302020203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>
              <a:latin typeface="Grundfos TheSans SemiLight" panose="020B0402050302020203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EAB28-5B9C-4697-8701-0D3AA7BAFD03}" type="slidenum">
              <a:rPr lang="en-GB" smtClean="0">
                <a:latin typeface="Grundfos TheSans SemiLight" panose="020B0402050302020203" pitchFamily="34" charset="0"/>
              </a:rPr>
              <a:t>‹#›</a:t>
            </a:fld>
            <a:endParaRPr lang="en-GB">
              <a:latin typeface="Grundfos TheSans SemiLight" panose="020B0402050302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4901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rundfos TheSans SemiLight" panose="020B0402050302020203" pitchFamily="34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rundfos TheSans SemiLight" panose="020B0402050302020203" pitchFamily="34" charset="0"/>
              </a:defRPr>
            </a:lvl1pPr>
          </a:lstStyle>
          <a:p>
            <a:fld id="{2B48A068-4DD0-45F4-94E7-C55B9B1640CE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rundfos TheSans SemiLight" panose="020B0402050302020203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rundfos TheSans SemiLight" panose="020B0402050302020203" pitchFamily="34" charset="0"/>
              </a:defRPr>
            </a:lvl1pPr>
          </a:lstStyle>
          <a:p>
            <a:fld id="{B0B3AEDA-FA2C-4C5B-8D07-E10DAED930C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8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Grundfos TheSans SemiLight" panose="020B0402050302020203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Grundfos TheSans SemiLight" panose="020B0402050302020203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Grundfos TheSans SemiLight" panose="020B0402050302020203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Grundfos TheSans SemiLight" panose="020B0402050302020203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Grundfos TheSans SemiLight" panose="020B0402050302020203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>
            <a:extLst>
              <a:ext uri="{FF2B5EF4-FFF2-40B4-BE49-F238E27FC236}">
                <a16:creationId xmlns:a16="http://schemas.microsoft.com/office/drawing/2014/main" id="{CCCC2525-3CE9-49D4-98A5-EB1809CB25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" r="1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1DF524-76FF-4A6E-BDCF-3FC6DDF0BD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9200" y="1328400"/>
            <a:ext cx="8499600" cy="1749600"/>
          </a:xfrm>
        </p:spPr>
        <p:txBody>
          <a:bodyPr anchor="b"/>
          <a:lstStyle>
            <a:lvl1pPr algn="l">
              <a:defRPr sz="5400"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title slide headline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C0CC1-F0E7-4F53-BA42-3CD94A7B7B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9200" y="3312000"/>
            <a:ext cx="4957200" cy="583200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 support text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59C24-B636-4B48-9BF9-4D691D37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06-02-2026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1D626-B802-4443-96A4-EDF17102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BBFFC0-D474-43FF-9F0E-5829FF1EF4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8800" y="5626800"/>
            <a:ext cx="2631600" cy="72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48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3E43F-0FA8-4601-A802-4F3323201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your slide headline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3C548-D133-42CA-9DBD-ABF4169141F7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10572-9948-42F2-B15A-10072A068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92B78-1DD2-45FA-A79C-EB831B78FEC1}" type="datetime1">
              <a:rPr lang="da-DK" smtClean="0"/>
              <a:t>06-02-2026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27C32-F155-4F9A-BBAC-5A04D047C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FC399-DCD9-4778-BCF4-B07B75C5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4266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08A97-49F0-40BE-B7FD-48230B7F5D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34B75F-7EA2-4C0C-AE94-81CFDCDA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92B78-1DD2-45FA-A79C-EB831B78FEC1}" type="datetime1">
              <a:rPr lang="da-DK" smtClean="0"/>
              <a:t>06-02-2026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C8BB3A-1455-4293-BE70-2820BF8F0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97AB2-C3B4-4071-B457-82ED66EB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9766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D77188-65DB-47DA-8DD4-1D20DA7B4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92B78-1DD2-45FA-A79C-EB831B78FEC1}" type="datetime1">
              <a:rPr lang="da-DK" smtClean="0"/>
              <a:t>06-02-2026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65BBBC-933F-4DF0-8FA4-8FE4450A2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A5EC9-3C45-4A95-A6B9-BB43B1745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5029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80B4696-1525-4F2D-BF0A-078EED009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225" y="1196975"/>
            <a:ext cx="5464175" cy="5129212"/>
          </a:xfrm>
        </p:spPr>
        <p:txBody>
          <a:bodyPr/>
          <a:lstStyle>
            <a:lvl1pPr marL="182563" indent="-182563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ladsholder til billede 56">
            <a:extLst>
              <a:ext uri="{FF2B5EF4-FFF2-40B4-BE49-F238E27FC236}">
                <a16:creationId xmlns:a16="http://schemas.microsoft.com/office/drawing/2014/main" id="{92E460C4-BBDF-41A7-BC52-24EE73E04F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97600" y="1196974"/>
            <a:ext cx="5462588" cy="5129213"/>
          </a:xfrm>
          <a:solidFill>
            <a:srgbClr val="969696"/>
          </a:solidFill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8BD11B-4B42-4924-88B8-41A7B11D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7283A-90F6-4EE5-B4E1-2257A410F51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0A92B78-1DD2-45FA-A79C-EB831B78FEC1}" type="datetime1">
              <a:rPr lang="da-DK" smtClean="0"/>
              <a:t>06-02-2026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0322AE4-FA22-4D7B-B890-30694D877C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3409EC-1921-47B0-8107-850DB60EC1C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785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80B4696-1525-4F2D-BF0A-078EED009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8637" y="1198800"/>
            <a:ext cx="5464175" cy="5130000"/>
          </a:xfrm>
        </p:spPr>
        <p:txBody>
          <a:bodyPr>
            <a:normAutofit/>
          </a:bodyPr>
          <a:lstStyle>
            <a:lvl1pPr marL="182563" indent="-182563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097DCCC-B5F5-4E66-87BE-4B9952C6CA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97600" y="1198800"/>
            <a:ext cx="5464175" cy="5130000"/>
          </a:xfrm>
        </p:spPr>
        <p:txBody>
          <a:bodyPr>
            <a:noAutofit/>
          </a:bodyPr>
          <a:lstStyle>
            <a:lvl1pPr marL="182563" indent="-182563">
              <a:buFont typeface="Arial" panose="020B0604020202020204" pitchFamily="34" charset="0"/>
              <a:buChar char="•"/>
              <a:defRPr>
                <a:solidFill>
                  <a:srgbClr val="11497B"/>
                </a:solidFill>
              </a:defRPr>
            </a:lvl1pPr>
            <a:lvl2pPr>
              <a:defRPr>
                <a:solidFill>
                  <a:srgbClr val="11497B"/>
                </a:solidFill>
              </a:defRPr>
            </a:lvl2pPr>
            <a:lvl3pPr>
              <a:defRPr>
                <a:solidFill>
                  <a:srgbClr val="11497B"/>
                </a:solidFill>
              </a:defRPr>
            </a:lvl3pPr>
            <a:lvl4pPr>
              <a:defRPr>
                <a:solidFill>
                  <a:srgbClr val="11497B"/>
                </a:solidFill>
              </a:defRPr>
            </a:lvl4pPr>
            <a:lvl5pPr>
              <a:defRPr>
                <a:solidFill>
                  <a:srgbClr val="11497B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E6D05-B367-4226-81A0-007D960B92F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0A92B78-1DD2-45FA-A79C-EB831B78FEC1}" type="datetime1">
              <a:rPr lang="da-DK" smtClean="0"/>
              <a:t>06-02-2026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0C3047-8086-409D-B248-FEBBDA3928C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8AA62-0084-4E91-B591-68375C212F5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12CF0E-45F1-40F8-8795-EC613CD460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your slide headline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156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E6D05-B367-4226-81A0-007D960B92F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0A92B78-1DD2-45FA-A79C-EB831B78FEC1}" type="datetime1">
              <a:rPr lang="da-DK" smtClean="0"/>
              <a:t>06-02-2026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0C3047-8086-409D-B248-FEBBDA3928C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8AA62-0084-4E91-B591-68375C212F5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12CF0E-45F1-40F8-8795-EC613CD460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EADB832-F32E-DCF9-B5BD-0981D398162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0226" y="1196975"/>
            <a:ext cx="5462586" cy="5129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FEC74F6-EFC9-8F5F-8F05-799D8ED0A144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197600" y="1196975"/>
            <a:ext cx="5462586" cy="5129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2569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E6D05-B367-4226-81A0-007D960B92F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0A92B78-1DD2-45FA-A79C-EB831B78FEC1}" type="datetime1">
              <a:rPr lang="da-DK" smtClean="0"/>
              <a:t>06-02-2026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0C3047-8086-409D-B248-FEBBDA3928C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8AA62-0084-4E91-B591-68375C212F5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12CF0E-45F1-40F8-8795-EC613CD460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EADB832-F32E-DCF9-B5BD-0981D398162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0226" y="1919288"/>
            <a:ext cx="5462586" cy="44069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your 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a-DK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FEC74F6-EFC9-8F5F-8F05-799D8ED0A144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197600" y="1919288"/>
            <a:ext cx="5462586" cy="44069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your 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a-DK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159DC02-CE9B-5DA9-DB83-E5A111E5DE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8637" y="1198800"/>
            <a:ext cx="5464175" cy="582375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>
                <a:latin typeface="Grundfos TheSans ExtraBold" panose="020B0802050302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your sub-header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BEA4206-2791-3D1A-9E06-262E78A316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97600" y="1198801"/>
            <a:ext cx="5464175" cy="582374"/>
          </a:xfrm>
        </p:spPr>
        <p:txBody>
          <a:bodyPr anchor="b" anchorCtr="0">
            <a:noAutofit/>
          </a:bodyPr>
          <a:lstStyle>
            <a:lvl1pPr marL="0" indent="0">
              <a:buFontTx/>
              <a:buNone/>
              <a:defRPr>
                <a:solidFill>
                  <a:srgbClr val="11497B"/>
                </a:solidFill>
                <a:latin typeface="Grundfos TheSans ExtraBold" panose="020B0802050302020203" pitchFamily="34" charset="0"/>
              </a:defRPr>
            </a:lvl1pPr>
            <a:lvl2pPr marL="457200" indent="0">
              <a:buFontTx/>
              <a:buNone/>
              <a:defRPr>
                <a:solidFill>
                  <a:srgbClr val="11497B"/>
                </a:solidFill>
              </a:defRPr>
            </a:lvl2pPr>
            <a:lvl3pPr marL="914400" indent="0">
              <a:buFontTx/>
              <a:buNone/>
              <a:defRPr>
                <a:solidFill>
                  <a:srgbClr val="11497B"/>
                </a:solidFill>
              </a:defRPr>
            </a:lvl3pPr>
            <a:lvl4pPr marL="1371600" indent="0">
              <a:buFontTx/>
              <a:buNone/>
              <a:defRPr>
                <a:solidFill>
                  <a:srgbClr val="11497B"/>
                </a:solidFill>
              </a:defRPr>
            </a:lvl4pPr>
            <a:lvl5pPr marL="1828800" indent="0">
              <a:buFontTx/>
              <a:buNone/>
              <a:defRPr>
                <a:solidFill>
                  <a:srgbClr val="11497B"/>
                </a:solidFill>
              </a:defRPr>
            </a:lvl5pPr>
          </a:lstStyle>
          <a:p>
            <a:pPr lvl="0"/>
            <a:r>
              <a:rPr lang="en-US" dirty="0"/>
              <a:t>Click to add your sub-header</a:t>
            </a:r>
          </a:p>
        </p:txBody>
      </p:sp>
    </p:spTree>
    <p:extLst>
      <p:ext uri="{BB962C8B-B14F-4D97-AF65-F5344CB8AC3E}">
        <p14:creationId xmlns:p14="http://schemas.microsoft.com/office/powerpoint/2010/main" val="1740541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FF3F48E-EF1B-4A32-AC1B-78F682ECF2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your slide headline</a:t>
            </a:r>
          </a:p>
        </p:txBody>
      </p:sp>
      <p:sp>
        <p:nvSpPr>
          <p:cNvPr id="12" name="Pladsholder til billede 56">
            <a:extLst>
              <a:ext uri="{FF2B5EF4-FFF2-40B4-BE49-F238E27FC236}">
                <a16:creationId xmlns:a16="http://schemas.microsoft.com/office/drawing/2014/main" id="{657EADFF-0E1A-4965-BAD7-8432BFBC92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0225" y="1196975"/>
            <a:ext cx="11129961" cy="5130800"/>
          </a:xfrm>
          <a:solidFill>
            <a:srgbClr val="969696"/>
          </a:solidFill>
          <a:ln w="19050">
            <a:solidFill>
              <a:srgbClr val="FFFFFF"/>
            </a:solidFill>
          </a:ln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</p:spTree>
    <p:extLst>
      <p:ext uri="{BB962C8B-B14F-4D97-AF65-F5344CB8AC3E}">
        <p14:creationId xmlns:p14="http://schemas.microsoft.com/office/powerpoint/2010/main" val="276434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dsholder til billede 56">
            <a:extLst>
              <a:ext uri="{FF2B5EF4-FFF2-40B4-BE49-F238E27FC236}">
                <a16:creationId xmlns:a16="http://schemas.microsoft.com/office/drawing/2014/main" id="{92E460C4-BBDF-41A7-BC52-24EE73E04F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0226" y="1196974"/>
            <a:ext cx="5565773" cy="5129213"/>
          </a:xfrm>
          <a:solidFill>
            <a:srgbClr val="969696"/>
          </a:solidFill>
          <a:ln w="19050">
            <a:solidFill>
              <a:srgbClr val="FFFFFF"/>
            </a:solidFill>
          </a:ln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10" name="Pladsholder til billede 56">
            <a:extLst>
              <a:ext uri="{FF2B5EF4-FFF2-40B4-BE49-F238E27FC236}">
                <a16:creationId xmlns:a16="http://schemas.microsoft.com/office/drawing/2014/main" id="{94B87B30-6C30-448E-A0BA-0AB69662867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96000" y="1196974"/>
            <a:ext cx="5564186" cy="5129213"/>
          </a:xfrm>
          <a:solidFill>
            <a:srgbClr val="969696"/>
          </a:solidFill>
          <a:ln w="19050">
            <a:solidFill>
              <a:srgbClr val="FFFFFF"/>
            </a:solidFill>
          </a:ln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8A501-899E-4518-BB15-3E721F94AB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your slide headline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945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4BD9F-E087-4F56-8095-9FD4DC3A87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26" y="1863726"/>
            <a:ext cx="4249738" cy="101620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your slide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CB4D44-7700-401D-BCED-E5712BC0A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58C05-F804-4CE1-95F9-72E71067375C}" type="datetime1">
              <a:rPr lang="da-DK" smtClean="0"/>
              <a:t>06-02-2026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779E8C-E5A8-4B28-8194-BA0F7A796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2219" y="5995946"/>
            <a:ext cx="3537746" cy="365125"/>
          </a:xfrm>
        </p:spPr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C7E53E-A5F9-4206-A46F-20BB400CA7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225" y="3004159"/>
            <a:ext cx="4249739" cy="2191729"/>
          </a:xfrm>
        </p:spPr>
        <p:txBody>
          <a:bodyPr/>
          <a:lstStyle>
            <a:lvl1pPr marL="182563" indent="-182563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ladsholder til billede 56">
            <a:extLst>
              <a:ext uri="{FF2B5EF4-FFF2-40B4-BE49-F238E27FC236}">
                <a16:creationId xmlns:a16="http://schemas.microsoft.com/office/drawing/2014/main" id="{D284C4C0-9EBD-4A79-82F2-48A6278AC7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84788" y="-1050"/>
            <a:ext cx="6908112" cy="6859050"/>
          </a:xfrm>
          <a:solidFill>
            <a:srgbClr val="E8E8E8"/>
          </a:solidFill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E33353"/>
                </a:solidFill>
              </a:defRPr>
            </a:lvl1pPr>
          </a:lstStyle>
          <a:p>
            <a:r>
              <a:rPr lang="en-GB"/>
              <a:t>Click to place a light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2B82B5-3BD1-4076-BAA4-C12FBF5AF7D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DE9CA1B-D638-4FEA-BBD7-1DB5365278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61600" y="529200"/>
            <a:ext cx="298800" cy="270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7159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dsholder til billede 56">
            <a:extLst>
              <a:ext uri="{FF2B5EF4-FFF2-40B4-BE49-F238E27FC236}">
                <a16:creationId xmlns:a16="http://schemas.microsoft.com/office/drawing/2014/main" id="{6176D16D-56F7-4B54-9659-AB0CB94BF7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84788" y="-1050"/>
            <a:ext cx="6908112" cy="6859050"/>
          </a:xfrm>
          <a:prstGeom prst="rect">
            <a:avLst/>
          </a:prstGeom>
          <a:solidFill>
            <a:srgbClr val="4D4D4D"/>
          </a:solidFill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dark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4BD9F-E087-4F56-8095-9FD4DC3A87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26" y="1863726"/>
            <a:ext cx="4249738" cy="101620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your slide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CB4D44-7700-401D-BCED-E5712BC0A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58C05-F804-4CE1-95F9-72E71067375C}" type="datetime1">
              <a:rPr lang="da-DK" smtClean="0"/>
              <a:t>06-02-2026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779E8C-E5A8-4B28-8194-BA0F7A796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2219" y="5995946"/>
            <a:ext cx="3537746" cy="365125"/>
          </a:xfrm>
        </p:spPr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C7E53E-A5F9-4206-A46F-20BB400CA7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225" y="3004159"/>
            <a:ext cx="4249739" cy="2191729"/>
          </a:xfrm>
        </p:spPr>
        <p:txBody>
          <a:bodyPr/>
          <a:lstStyle>
            <a:lvl1pPr marL="182563" indent="-182563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2B82B5-3BD1-4076-BAA4-C12FBF5AF7D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724A63-0121-4699-9DC0-FCB3B42064F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61600" y="529200"/>
            <a:ext cx="298800" cy="270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5605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56">
            <a:extLst>
              <a:ext uri="{FF2B5EF4-FFF2-40B4-BE49-F238E27FC236}">
                <a16:creationId xmlns:a16="http://schemas.microsoft.com/office/drawing/2014/main" id="{D284C4C0-9EBD-4A79-82F2-48A6278AC7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050"/>
            <a:ext cx="6908112" cy="6859050"/>
          </a:xfrm>
          <a:solidFill>
            <a:srgbClr val="969696"/>
          </a:solidFill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4BD9F-E087-4F56-8095-9FD4DC3A87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0449" y="1863726"/>
            <a:ext cx="4249738" cy="101620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your slide headline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C7E53E-A5F9-4206-A46F-20BB400CA7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10448" y="3004159"/>
            <a:ext cx="4249739" cy="2191729"/>
          </a:xfrm>
        </p:spPr>
        <p:txBody>
          <a:bodyPr/>
          <a:lstStyle>
            <a:lvl1pPr marL="182563" indent="-182563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ladsholder til slidenummer 5">
            <a:extLst>
              <a:ext uri="{FF2B5EF4-FFF2-40B4-BE49-F238E27FC236}">
                <a16:creationId xmlns:a16="http://schemas.microsoft.com/office/drawing/2014/main" id="{03B32857-18BB-426A-ADB9-43C22846F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5362" y="6199794"/>
            <a:ext cx="504825" cy="192089"/>
          </a:xfrm>
        </p:spPr>
        <p:txBody>
          <a:bodyPr/>
          <a:lstStyle/>
          <a:p>
            <a:fld id="{85D19AB6-A39C-F648-8673-AE723FC1C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442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56">
            <a:extLst>
              <a:ext uri="{FF2B5EF4-FFF2-40B4-BE49-F238E27FC236}">
                <a16:creationId xmlns:a16="http://schemas.microsoft.com/office/drawing/2014/main" id="{62FA8511-013C-46F9-9C0C-1C8D0D76263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050"/>
            <a:ext cx="12192900" cy="6859050"/>
          </a:xfrm>
          <a:solidFill>
            <a:srgbClr val="E8E8E8"/>
          </a:solidFill>
        </p:spPr>
        <p:txBody>
          <a:bodyPr tIns="54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E33353"/>
                </a:solidFill>
              </a:defRPr>
            </a:lvl1pPr>
          </a:lstStyle>
          <a:p>
            <a:r>
              <a:rPr lang="en-GB"/>
              <a:t>Click to place a light background picture</a:t>
            </a:r>
          </a:p>
        </p:txBody>
      </p:sp>
      <p:sp>
        <p:nvSpPr>
          <p:cNvPr id="13" name="Title 10">
            <a:extLst>
              <a:ext uri="{FF2B5EF4-FFF2-40B4-BE49-F238E27FC236}">
                <a16:creationId xmlns:a16="http://schemas.microsoft.com/office/drawing/2014/main" id="{84DDA33E-9024-4D22-B17F-206C0F006B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991" y="2590800"/>
            <a:ext cx="9088434" cy="740679"/>
          </a:xfrm>
        </p:spPr>
        <p:txBody>
          <a:bodyPr anchor="ctr" anchorCtr="0"/>
          <a:lstStyle>
            <a:lvl1pPr algn="ctr">
              <a:defRPr sz="3600"/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1DF0A6A-5CE3-4524-82F6-C1F2CA3EB33D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D0A92B78-1DD2-45FA-A79C-EB831B78FEC1}" type="datetime1">
              <a:rPr lang="da-DK" smtClean="0"/>
              <a:t>06-02-2026</a:t>
            </a:fld>
            <a:endParaRPr lang="en-GB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BFB1CE0B-4261-4467-A909-53D5174EBA1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722F6B9-73CE-497F-990B-ED70A73A0CE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BB0F9-4405-4F31-9707-FC985A6645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361600" y="529200"/>
            <a:ext cx="298800" cy="270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7307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56">
            <a:extLst>
              <a:ext uri="{FF2B5EF4-FFF2-40B4-BE49-F238E27FC236}">
                <a16:creationId xmlns:a16="http://schemas.microsoft.com/office/drawing/2014/main" id="{62FA8511-013C-46F9-9C0C-1C8D0D76263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050"/>
            <a:ext cx="12192900" cy="6859050"/>
          </a:xfrm>
          <a:solidFill>
            <a:srgbClr val="E8E8E8"/>
          </a:solidFill>
        </p:spPr>
        <p:txBody>
          <a:bodyPr tIns="54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E33353"/>
                </a:solidFill>
              </a:defRPr>
            </a:lvl1pPr>
          </a:lstStyle>
          <a:p>
            <a:r>
              <a:rPr lang="en-GB"/>
              <a:t>Click to place a dark background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DE181A-2B93-4FB2-949A-3DBCB4BB3A3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D0A92B78-1DD2-45FA-A79C-EB831B78FEC1}" type="datetime1">
              <a:rPr lang="da-DK" smtClean="0"/>
              <a:t>06-02-2026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FF191A-6570-4A8E-8E54-0DF492F69FB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D9B2F-B3CA-42D2-9A5F-3B9F4718DF8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0D44EE2-5BC8-4F47-97FC-724158E683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27" y="1640793"/>
            <a:ext cx="11129958" cy="1353232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add your </a:t>
            </a:r>
            <a:br>
              <a:rPr lang="en-US"/>
            </a:br>
            <a:r>
              <a:rPr lang="en-US"/>
              <a:t>section headline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66C68C-B201-4150-9523-9A9EBCA6A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361600" y="529200"/>
            <a:ext cx="298800" cy="270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0174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56">
            <a:extLst>
              <a:ext uri="{FF2B5EF4-FFF2-40B4-BE49-F238E27FC236}">
                <a16:creationId xmlns:a16="http://schemas.microsoft.com/office/drawing/2014/main" id="{62FA8511-013C-46F9-9C0C-1C8D0D76263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050"/>
            <a:ext cx="12192900" cy="6859050"/>
          </a:xfrm>
          <a:solidFill>
            <a:srgbClr val="E8E8E8"/>
          </a:solidFill>
        </p:spPr>
        <p:txBody>
          <a:bodyPr tIns="54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E33353"/>
                </a:solidFill>
              </a:defRPr>
            </a:lvl1pPr>
          </a:lstStyle>
          <a:p>
            <a:r>
              <a:rPr lang="en-GB"/>
              <a:t>Click to place a light background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32BCC-CE5B-4E02-A6BF-9101242C9A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350A524-5849-4ABB-8D91-0EB4E91282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0224" y="1196975"/>
            <a:ext cx="4992752" cy="5129211"/>
          </a:xfrm>
        </p:spPr>
        <p:txBody>
          <a:bodyPr/>
          <a:lstStyle/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FA556-275E-4E6B-A141-0D7BF411E6B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0A92B78-1DD2-45FA-A79C-EB831B78FEC1}" type="datetime1">
              <a:rPr lang="da-DK" smtClean="0"/>
              <a:t>06-02-2026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895FD-FD99-48CA-B591-577B3F47465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14EE5-2879-43BB-B738-E343947D797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C3EF5-FF29-49A6-80FF-CBBD41191E5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361600" y="529200"/>
            <a:ext cx="298800" cy="270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3479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3C237B-1374-468B-8472-D409173F04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1999" cy="6858000"/>
          </a:xfrm>
          <a:solidFill>
            <a:srgbClr val="E8E8E8"/>
          </a:solidFill>
        </p:spPr>
        <p:txBody>
          <a:bodyPr tIns="900000" bIns="0" anchor="ctr" anchorCtr="0"/>
          <a:lstStyle>
            <a:lvl1pPr marL="0" indent="0" algn="ctr">
              <a:buNone/>
              <a:defRPr sz="1200">
                <a:solidFill>
                  <a:srgbClr val="E33353"/>
                </a:solidFill>
              </a:defRPr>
            </a:lvl1pPr>
          </a:lstStyle>
          <a:p>
            <a:r>
              <a:rPr lang="da-DK"/>
              <a:t> </a:t>
            </a:r>
            <a:r>
              <a:rPr lang="en-GB"/>
              <a:t>Click to place a light background picture</a:t>
            </a:r>
          </a:p>
          <a:p>
            <a:r>
              <a:rPr lang="en-GB"/>
              <a:t>Please make sure that the logo is clearly visable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DF524-76FF-4A6E-BDCF-3FC6DDF0BD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9200" y="1328400"/>
            <a:ext cx="8499600" cy="1749600"/>
          </a:xfrm>
        </p:spPr>
        <p:txBody>
          <a:bodyPr anchor="b"/>
          <a:lstStyle>
            <a:lvl1pPr algn="l">
              <a:defRPr sz="5400">
                <a:solidFill>
                  <a:srgbClr val="126AF3"/>
                </a:solidFill>
              </a:defRPr>
            </a:lvl1pPr>
          </a:lstStyle>
          <a:p>
            <a:r>
              <a:rPr lang="en-US"/>
              <a:t>Click to add your title slide headline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C0CC1-F0E7-4F53-BA42-3CD94A7B7B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9200" y="3312000"/>
            <a:ext cx="4957200" cy="583200"/>
          </a:xfrm>
        </p:spPr>
        <p:txBody>
          <a:bodyPr/>
          <a:lstStyle>
            <a:lvl1pPr marL="0" indent="0" algn="l">
              <a:buNone/>
              <a:defRPr sz="2200">
                <a:solidFill>
                  <a:srgbClr val="11497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 support text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59C24-B636-4B48-9BF9-4D691D37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497B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06-02-2026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1D626-B802-4443-96A4-EDF17102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497B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C2709E-74A0-4685-A663-84C21200BB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33775" y="5627561"/>
            <a:ext cx="2628000" cy="7272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8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02296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o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3C237B-1374-468B-8472-D409173F04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1999" cy="6858000"/>
          </a:xfrm>
          <a:solidFill>
            <a:srgbClr val="969696"/>
          </a:solidFill>
        </p:spPr>
        <p:txBody>
          <a:bodyPr tIns="0" bIns="720000" anchor="ctr" anchorCtr="0"/>
          <a:lstStyle>
            <a:lvl1pPr marL="0" indent="0" algn="ctr">
              <a:buNone/>
              <a:defRPr sz="120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background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DF524-76FF-4A6E-BDCF-3FC6DDF0BD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2800" y="3862800"/>
            <a:ext cx="11660400" cy="2995200"/>
          </a:xfrm>
          <a:solidFill>
            <a:srgbClr val="E9F1F7"/>
          </a:solidFill>
        </p:spPr>
        <p:txBody>
          <a:bodyPr lIns="475200" tIns="424800" rIns="3600000" anchor="t" anchorCtr="0"/>
          <a:lstStyle>
            <a:lvl1pPr algn="l">
              <a:defRPr sz="3600">
                <a:solidFill>
                  <a:srgbClr val="126AF3"/>
                </a:solidFill>
              </a:defRPr>
            </a:lvl1pPr>
          </a:lstStyle>
          <a:p>
            <a:r>
              <a:rPr lang="en-US"/>
              <a:t>Click to add your title </a:t>
            </a:r>
            <a:br>
              <a:rPr lang="en-US"/>
            </a:br>
            <a:r>
              <a:rPr lang="en-US"/>
              <a:t>slide headline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C0CC1-F0E7-4F53-BA42-3CD94A7B7B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36800" y="5418000"/>
            <a:ext cx="7081200" cy="442800"/>
          </a:xfrm>
        </p:spPr>
        <p:txBody>
          <a:bodyPr/>
          <a:lstStyle>
            <a:lvl1pPr marL="0" indent="0" algn="l">
              <a:buNone/>
              <a:defRPr sz="1600">
                <a:solidFill>
                  <a:srgbClr val="11497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 support text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59C24-B636-4B48-9BF9-4D691D37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800" y="6199200"/>
            <a:ext cx="605631" cy="192088"/>
          </a:xfrm>
        </p:spPr>
        <p:txBody>
          <a:bodyPr/>
          <a:lstStyle>
            <a:lvl1pPr>
              <a:defRPr>
                <a:solidFill>
                  <a:srgbClr val="11497B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06-02-2026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1D626-B802-4443-96A4-EDF17102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6000" y="5997600"/>
            <a:ext cx="6372000" cy="365125"/>
          </a:xfrm>
        </p:spPr>
        <p:txBody>
          <a:bodyPr/>
          <a:lstStyle>
            <a:lvl1pPr>
              <a:defRPr>
                <a:solidFill>
                  <a:srgbClr val="11497B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C2709E-74A0-4685-A663-84C21200BB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33775" y="5627561"/>
            <a:ext cx="2628000" cy="7272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8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36261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o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3C237B-1374-468B-8472-D409173F04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1999" cy="6858000"/>
          </a:xfrm>
          <a:solidFill>
            <a:srgbClr val="969696"/>
          </a:solidFill>
        </p:spPr>
        <p:txBody>
          <a:bodyPr lIns="3600000" tIns="0" bIns="0" anchor="ctr" anchorCtr="0"/>
          <a:lstStyle>
            <a:lvl1pPr marL="0" indent="0" algn="l">
              <a:buNone/>
              <a:defRPr sz="120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background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DF524-76FF-4A6E-BDCF-3FC6DDF0BD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99200" y="529200"/>
            <a:ext cx="5994000" cy="6328800"/>
          </a:xfrm>
          <a:solidFill>
            <a:srgbClr val="E9F1F7"/>
          </a:solidFill>
        </p:spPr>
        <p:txBody>
          <a:bodyPr lIns="468000" tIns="612000" rIns="468000" bIns="2329200" anchor="t" anchorCtr="0"/>
          <a:lstStyle>
            <a:lvl1pPr algn="l">
              <a:defRPr sz="4000">
                <a:solidFill>
                  <a:srgbClr val="126AF3"/>
                </a:solidFill>
              </a:defRPr>
            </a:lvl1pPr>
          </a:lstStyle>
          <a:p>
            <a:r>
              <a:rPr lang="en-US"/>
              <a:t>Click to add your title slide headline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C0CC1-F0E7-4F53-BA42-3CD94A7B7B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03200" y="2948400"/>
            <a:ext cx="4957200" cy="388800"/>
          </a:xfrm>
        </p:spPr>
        <p:txBody>
          <a:bodyPr/>
          <a:lstStyle>
            <a:lvl1pPr marL="0" indent="0" algn="l">
              <a:buNone/>
              <a:defRPr sz="1800">
                <a:solidFill>
                  <a:srgbClr val="11497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 support text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59C24-B636-4B48-9BF9-4D691D37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9200" y="6199200"/>
            <a:ext cx="605631" cy="192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06-02-2026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1D626-B802-4443-96A4-EDF17102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2000" y="5997600"/>
            <a:ext cx="42444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C2709E-74A0-4685-A663-84C21200BB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33775" y="5627561"/>
            <a:ext cx="2628000" cy="7272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8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0030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mall image">
    <p:bg>
      <p:bgPr>
        <a:solidFill>
          <a:srgbClr val="E9F1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3C237B-1374-468B-8472-D409173F04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5600" y="-1"/>
            <a:ext cx="7617600" cy="4993200"/>
          </a:xfrm>
          <a:solidFill>
            <a:srgbClr val="969696"/>
          </a:solidFill>
        </p:spPr>
        <p:txBody>
          <a:bodyPr tIns="540000" bIns="0" anchor="ctr" anchorCtr="0"/>
          <a:lstStyle>
            <a:lvl1pPr marL="0" indent="0" algn="ctr">
              <a:buNone/>
              <a:defRPr sz="120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DF524-76FF-4A6E-BDCF-3FC6DDF0BD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2800" y="1155600"/>
            <a:ext cx="3538800" cy="1540800"/>
          </a:xfrm>
        </p:spPr>
        <p:txBody>
          <a:bodyPr anchor="t" anchorCtr="0"/>
          <a:lstStyle>
            <a:lvl1pPr algn="l">
              <a:defRPr sz="3600">
                <a:solidFill>
                  <a:srgbClr val="126AF3"/>
                </a:solidFill>
              </a:defRPr>
            </a:lvl1pPr>
          </a:lstStyle>
          <a:p>
            <a:r>
              <a:rPr lang="en-US"/>
              <a:t>Click to add your title slide header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C0CC1-F0E7-4F53-BA42-3CD94A7B7B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9200" y="2782800"/>
            <a:ext cx="3538800" cy="442800"/>
          </a:xfrm>
        </p:spPr>
        <p:txBody>
          <a:bodyPr/>
          <a:lstStyle>
            <a:lvl1pPr marL="0" indent="0" algn="l">
              <a:buNone/>
              <a:defRPr sz="1600">
                <a:solidFill>
                  <a:srgbClr val="11497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 support text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59C24-B636-4B48-9BF9-4D691D37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497B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06-02-2026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1D626-B802-4443-96A4-EDF17102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497B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C2709E-74A0-4685-A663-84C21200BB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33775" y="5627561"/>
            <a:ext cx="2628000" cy="7272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8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81430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493B07-CBEF-403A-ADEE-849CDE0F5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25" y="504202"/>
            <a:ext cx="9713913" cy="6927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663A79D1-8968-4582-835B-B03FB8C3557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0225" y="1196975"/>
            <a:ext cx="11129963" cy="51292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5743AC10-A6AA-4DDC-98E0-801C620648F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06-02-2026</a:t>
            </a:fld>
            <a:endParaRPr lang="en-GB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81826F49-BDA7-4AB9-B356-92919662F98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3ECB0B6-D44E-4BB9-9874-3B815276308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B7D4C8B-B2A6-4DBC-AB8C-2701C40EBB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062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7FC90-BDD5-453F-AEB9-8EDC767F32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4B1B28-B80B-4368-8BBB-4B97B885DD3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06-02-2026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0FED0-BEDE-4E7A-9F7E-74F6C25F7DA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2A4FD-F4B8-4C9F-A12A-CFE4C5237F1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CB05E4-33BC-48E3-B49E-02326FACAC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9416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795D55-0C07-441A-BD33-9A9CB979D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06-02-2026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A28B82-D0A5-49B0-B7C4-34AF9F47B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9296F-F366-4FC6-9B6F-825F0970E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727C58C-434D-4DC5-8037-83E3B64F3D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7162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text and image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dsholder til billede 56">
            <a:extLst>
              <a:ext uri="{FF2B5EF4-FFF2-40B4-BE49-F238E27FC236}">
                <a16:creationId xmlns:a16="http://schemas.microsoft.com/office/drawing/2014/main" id="{92E460C4-BBDF-41A7-BC52-24EE73E04F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97600" y="1196974"/>
            <a:ext cx="5462588" cy="5129213"/>
          </a:xfrm>
          <a:prstGeom prst="rect">
            <a:avLst/>
          </a:prstGeom>
          <a:solidFill>
            <a:srgbClr val="969696"/>
          </a:solidFill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91671-270B-4CE3-8492-5B34CE508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F972A-EDCD-4A9D-974F-3F8843C9A4B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06-02-2026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DD5C9-DCC9-4A79-B4A7-766183BC30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3F757-C11E-4D8D-8C81-9552B9C75A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B0370326-CE0A-4D1B-B352-2DC9404FE4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0225" y="1196975"/>
            <a:ext cx="5464175" cy="51292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D6F67C9-864B-4DA7-9E15-3E55E0F281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130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s text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097DCCC-B5F5-4E66-87BE-4B9952C6CA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0059" y="1198800"/>
            <a:ext cx="5464175" cy="5130000"/>
          </a:xfrm>
          <a:prstGeom prst="rect">
            <a:avLst/>
          </a:prstGeom>
        </p:spPr>
        <p:txBody>
          <a:bodyPr/>
          <a:lstStyle>
            <a:lvl1pPr marL="182563" indent="-182563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5B015F-C11E-4337-BF80-CADDA2604CA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06-02-2026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2BE74-767E-4B82-8198-79F2747F281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E71A8-6068-4940-BE98-C42D2E0C082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D5A22D95-EA68-474E-B483-B524D2AD7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24" y="504202"/>
            <a:ext cx="9712800" cy="691200"/>
          </a:xfrm>
        </p:spPr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E209821A-8A1C-4F36-9540-1CD9CD1C54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5845" y="1198800"/>
            <a:ext cx="5464176" cy="513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F940305-E6EC-49D3-B207-E029E2FFD2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7967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5B015F-C11E-4337-BF80-CADDA2604CA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06-02-2026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2BE74-767E-4B82-8198-79F2747F281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E71A8-6068-4940-BE98-C42D2E0C082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D5A22D95-EA68-474E-B483-B524D2AD7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24" y="504202"/>
            <a:ext cx="9712800" cy="691200"/>
          </a:xfrm>
        </p:spPr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F940305-E6EC-49D3-B207-E029E2FFD2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  <p:sp>
        <p:nvSpPr>
          <p:cNvPr id="6" name="Content Placeholder 13">
            <a:extLst>
              <a:ext uri="{FF2B5EF4-FFF2-40B4-BE49-F238E27FC236}">
                <a16:creationId xmlns:a16="http://schemas.microsoft.com/office/drawing/2014/main" id="{17970D71-F357-679A-57A9-C2DFB29856A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30226" y="1196975"/>
            <a:ext cx="5464008" cy="51292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E482867E-7660-0F5C-E289-A97E2D878EBD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95678" y="1196975"/>
            <a:ext cx="5464008" cy="51292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4695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5B015F-C11E-4337-BF80-CADDA2604CA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06-02-2026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2BE74-767E-4B82-8198-79F2747F281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E71A8-6068-4940-BE98-C42D2E0C082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D5A22D95-EA68-474E-B483-B524D2AD7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24" y="504202"/>
            <a:ext cx="9712800" cy="691200"/>
          </a:xfrm>
        </p:spPr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F940305-E6EC-49D3-B207-E029E2FFD2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2480FA-2A76-F925-ED7F-B9ABC9F398E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0226" y="1919288"/>
            <a:ext cx="5462586" cy="4406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your 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a-DK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BA4054-88AC-8A6F-82C8-301B9D77C81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197600" y="1919288"/>
            <a:ext cx="5462586" cy="4406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your 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a-DK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E2A9D47-8305-0BC7-E23F-1114E1913C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8637" y="1198800"/>
            <a:ext cx="5464175" cy="582375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>
                <a:solidFill>
                  <a:schemeClr val="bg1"/>
                </a:solidFill>
                <a:latin typeface="Grundfos TheSans ExtraBold" panose="020B0802050302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your sub-header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AE2BEDA-1862-345B-3CA4-C7B0D92051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97600" y="1198801"/>
            <a:ext cx="5464175" cy="582374"/>
          </a:xfrm>
        </p:spPr>
        <p:txBody>
          <a:bodyPr anchor="b" anchorCtr="0">
            <a:noAutofit/>
          </a:bodyPr>
          <a:lstStyle>
            <a:lvl1pPr marL="0" indent="0">
              <a:buFontTx/>
              <a:buNone/>
              <a:defRPr>
                <a:solidFill>
                  <a:schemeClr val="bg1"/>
                </a:solidFill>
                <a:latin typeface="Grundfos TheSans ExtraBold" panose="020B0802050302020203" pitchFamily="34" charset="0"/>
              </a:defRPr>
            </a:lvl1pPr>
            <a:lvl2pPr marL="457200" indent="0">
              <a:buFontTx/>
              <a:buNone/>
              <a:defRPr>
                <a:solidFill>
                  <a:srgbClr val="11497B"/>
                </a:solidFill>
              </a:defRPr>
            </a:lvl2pPr>
            <a:lvl3pPr marL="914400" indent="0">
              <a:buFontTx/>
              <a:buNone/>
              <a:defRPr>
                <a:solidFill>
                  <a:srgbClr val="11497B"/>
                </a:solidFill>
              </a:defRPr>
            </a:lvl3pPr>
            <a:lvl4pPr marL="1371600" indent="0">
              <a:buFontTx/>
              <a:buNone/>
              <a:defRPr>
                <a:solidFill>
                  <a:srgbClr val="11497B"/>
                </a:solidFill>
              </a:defRPr>
            </a:lvl4pPr>
            <a:lvl5pPr marL="1828800" indent="0">
              <a:buFontTx/>
              <a:buNone/>
              <a:defRPr>
                <a:solidFill>
                  <a:srgbClr val="11497B"/>
                </a:solidFill>
              </a:defRPr>
            </a:lvl5pPr>
          </a:lstStyle>
          <a:p>
            <a:pPr lvl="0"/>
            <a:r>
              <a:rPr lang="en-US" dirty="0"/>
              <a:t>Click to add your sub-header</a:t>
            </a:r>
          </a:p>
        </p:txBody>
      </p:sp>
    </p:spTree>
    <p:extLst>
      <p:ext uri="{BB962C8B-B14F-4D97-AF65-F5344CB8AC3E}">
        <p14:creationId xmlns:p14="http://schemas.microsoft.com/office/powerpoint/2010/main" val="27303440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dsholder til billede 56">
            <a:extLst>
              <a:ext uri="{FF2B5EF4-FFF2-40B4-BE49-F238E27FC236}">
                <a16:creationId xmlns:a16="http://schemas.microsoft.com/office/drawing/2014/main" id="{657EADFF-0E1A-4965-BAD7-8432BFBC92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0225" y="1196975"/>
            <a:ext cx="11129961" cy="5130800"/>
          </a:xfrm>
          <a:prstGeom prst="rect">
            <a:avLst/>
          </a:prstGeom>
          <a:solidFill>
            <a:srgbClr val="969696"/>
          </a:solidFill>
          <a:ln w="19050">
            <a:solidFill>
              <a:schemeClr val="accent1"/>
            </a:solidFill>
          </a:ln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DD3EE7-0E00-4FC9-BC7A-AFEC9F5E7C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2CE1F2-522C-4E88-B33C-9BA4325873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3771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dsholder til billede 56">
            <a:extLst>
              <a:ext uri="{FF2B5EF4-FFF2-40B4-BE49-F238E27FC236}">
                <a16:creationId xmlns:a16="http://schemas.microsoft.com/office/drawing/2014/main" id="{92E460C4-BBDF-41A7-BC52-24EE73E04F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0226" y="1196974"/>
            <a:ext cx="5565773" cy="5129213"/>
          </a:xfrm>
          <a:prstGeom prst="rect">
            <a:avLst/>
          </a:prstGeom>
          <a:solidFill>
            <a:srgbClr val="969696"/>
          </a:solidFill>
          <a:ln w="19050">
            <a:solidFill>
              <a:schemeClr val="accent1"/>
            </a:solidFill>
          </a:ln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10" name="Pladsholder til billede 56">
            <a:extLst>
              <a:ext uri="{FF2B5EF4-FFF2-40B4-BE49-F238E27FC236}">
                <a16:creationId xmlns:a16="http://schemas.microsoft.com/office/drawing/2014/main" id="{94B87B30-6C30-448E-A0BA-0AB69662867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96000" y="1196974"/>
            <a:ext cx="5564186" cy="5129213"/>
          </a:xfrm>
          <a:prstGeom prst="rect">
            <a:avLst/>
          </a:prstGeom>
          <a:solidFill>
            <a:srgbClr val="969696"/>
          </a:solidFill>
          <a:ln w="19050">
            <a:solidFill>
              <a:schemeClr val="accent1"/>
            </a:solidFill>
          </a:ln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77EE8E-2E05-4B3D-B136-ACF7016620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9C8918A-C7DF-44F9-A6AB-E00138C71F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9504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image right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dsholder til billede 56">
            <a:extLst>
              <a:ext uri="{FF2B5EF4-FFF2-40B4-BE49-F238E27FC236}">
                <a16:creationId xmlns:a16="http://schemas.microsoft.com/office/drawing/2014/main" id="{271DDD88-AF33-40DB-BE0B-D87604935E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84788" y="-1050"/>
            <a:ext cx="6908112" cy="6859050"/>
          </a:xfrm>
          <a:solidFill>
            <a:srgbClr val="E8E8E8"/>
          </a:solidFill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E33353"/>
                </a:solidFill>
              </a:defRPr>
            </a:lvl1pPr>
          </a:lstStyle>
          <a:p>
            <a:r>
              <a:rPr lang="en-GB"/>
              <a:t>Click to place a light picture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B4C19EE-2305-453A-9F14-BBF2034B2E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25" y="1863726"/>
            <a:ext cx="4249739" cy="1016208"/>
          </a:xfrm>
        </p:spPr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2D8E5CD6-6ED0-4532-9FDB-994D77AC480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06-02-2026</a:t>
            </a:fld>
            <a:endParaRPr lang="en-GB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532A282-7E3C-46C8-A87D-BDB597A5DE6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1242219" y="5995946"/>
            <a:ext cx="353774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713AEEE-229B-4CF5-AECF-86757156BB9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11497B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724D18A-1AEA-48FE-A55D-6A8F7C1D2E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225" y="3004159"/>
            <a:ext cx="4249739" cy="2191729"/>
          </a:xfrm>
        </p:spPr>
        <p:txBody>
          <a:bodyPr/>
          <a:lstStyle>
            <a:lvl1pPr marL="182563" indent="-182563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89437-118C-4B1B-A286-2F63FDAFE65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361600" y="529200"/>
            <a:ext cx="298800" cy="270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60767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image right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56">
            <a:extLst>
              <a:ext uri="{FF2B5EF4-FFF2-40B4-BE49-F238E27FC236}">
                <a16:creationId xmlns:a16="http://schemas.microsoft.com/office/drawing/2014/main" id="{D284C4C0-9EBD-4A79-82F2-48A6278AC7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84788" y="-1050"/>
            <a:ext cx="6908112" cy="6859050"/>
          </a:xfrm>
          <a:prstGeom prst="rect">
            <a:avLst/>
          </a:prstGeom>
          <a:solidFill>
            <a:srgbClr val="4D4D4D"/>
          </a:solidFill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dark picture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B4C19EE-2305-453A-9F14-BBF2034B2E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25" y="1863726"/>
            <a:ext cx="4249739" cy="1016208"/>
          </a:xfrm>
        </p:spPr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2D8E5CD6-6ED0-4532-9FDB-994D77AC480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06-02-2026</a:t>
            </a:fld>
            <a:endParaRPr lang="en-GB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532A282-7E3C-46C8-A87D-BDB597A5DE6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1242219" y="5995946"/>
            <a:ext cx="353774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713AEEE-229B-4CF5-AECF-86757156BB9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0D5824E-C4C1-4D61-AFF3-F72D6382A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225" y="3004159"/>
            <a:ext cx="4249739" cy="2191729"/>
          </a:xfrm>
        </p:spPr>
        <p:txBody>
          <a:bodyPr/>
          <a:lstStyle>
            <a:lvl1pPr marL="182563" indent="-182563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C9325-CCC2-448F-A790-652E0C86F3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361600" y="529200"/>
            <a:ext cx="298800" cy="270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63813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56">
            <a:extLst>
              <a:ext uri="{FF2B5EF4-FFF2-40B4-BE49-F238E27FC236}">
                <a16:creationId xmlns:a16="http://schemas.microsoft.com/office/drawing/2014/main" id="{D284C4C0-9EBD-4A79-82F2-48A6278AC7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050"/>
            <a:ext cx="6908112" cy="6859050"/>
          </a:xfrm>
          <a:prstGeom prst="rect">
            <a:avLst/>
          </a:prstGeom>
          <a:solidFill>
            <a:srgbClr val="969696"/>
          </a:solidFill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10" name="Pladsholder til slidenummer 5">
            <a:extLst>
              <a:ext uri="{FF2B5EF4-FFF2-40B4-BE49-F238E27FC236}">
                <a16:creationId xmlns:a16="http://schemas.microsoft.com/office/drawing/2014/main" id="{08DB4514-4A1D-4CDC-A359-D5BFA04FF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5362" y="6199794"/>
            <a:ext cx="504825" cy="1920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150BA7-D7E3-4ECE-B324-18256B6A0E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0449" y="1863726"/>
            <a:ext cx="4249738" cy="1016208"/>
          </a:xfrm>
        </p:spPr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1BB8ACE-A20A-4185-A991-56DE0AD4A1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10449" y="3004159"/>
            <a:ext cx="4249738" cy="21917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3B01BA6-EFF0-4FE6-BEAA-40802D4833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4885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1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56">
            <a:extLst>
              <a:ext uri="{FF2B5EF4-FFF2-40B4-BE49-F238E27FC236}">
                <a16:creationId xmlns:a16="http://schemas.microsoft.com/office/drawing/2014/main" id="{62FA8511-013C-46F9-9C0C-1C8D0D76263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050"/>
            <a:ext cx="12192900" cy="6859050"/>
          </a:xfrm>
          <a:prstGeom prst="rect">
            <a:avLst/>
          </a:prstGeom>
          <a:solidFill>
            <a:srgbClr val="4D4D4D"/>
          </a:solidFill>
        </p:spPr>
        <p:txBody>
          <a:bodyPr tIns="54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dark background picture</a:t>
            </a:r>
          </a:p>
        </p:txBody>
      </p:sp>
      <p:sp>
        <p:nvSpPr>
          <p:cNvPr id="15" name="Title 9">
            <a:extLst>
              <a:ext uri="{FF2B5EF4-FFF2-40B4-BE49-F238E27FC236}">
                <a16:creationId xmlns:a16="http://schemas.microsoft.com/office/drawing/2014/main" id="{105AED23-106A-4546-ADEA-F9AD911EE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1784" y="2590800"/>
            <a:ext cx="9088433" cy="745743"/>
          </a:xfrm>
        </p:spPr>
        <p:txBody>
          <a:bodyPr anchor="ctr" anchorCtr="0"/>
          <a:lstStyle>
            <a:lvl1pPr algn="ctr">
              <a:defRPr sz="3600"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BF0EE36E-D239-482D-AF8F-2B9CED9AE21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06-02-2026</a:t>
            </a:fld>
            <a:endParaRPr lang="en-GB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1D96EE-4995-4DCD-A162-883DC12A19B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D268ED2-6FED-438C-A270-8285E38CEBE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1D147-2FBB-4056-993A-E46B09F382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361600" y="529200"/>
            <a:ext cx="298800" cy="270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93941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2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56">
            <a:extLst>
              <a:ext uri="{FF2B5EF4-FFF2-40B4-BE49-F238E27FC236}">
                <a16:creationId xmlns:a16="http://schemas.microsoft.com/office/drawing/2014/main" id="{62FA8511-013C-46F9-9C0C-1C8D0D76263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050"/>
            <a:ext cx="12192900" cy="6859050"/>
          </a:xfrm>
          <a:prstGeom prst="rect">
            <a:avLst/>
          </a:prstGeom>
          <a:solidFill>
            <a:srgbClr val="4D4D4D"/>
          </a:solidFill>
        </p:spPr>
        <p:txBody>
          <a:bodyPr tIns="54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dark background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11141B2-32EF-4CCE-840F-935ECF3F62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27" y="1640793"/>
            <a:ext cx="11129958" cy="1353232"/>
          </a:xfrm>
        </p:spPr>
        <p:txBody>
          <a:bodyPr/>
          <a:lstStyle>
            <a:lvl1pPr>
              <a:defRPr sz="3600"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</a:t>
            </a:r>
            <a:br>
              <a:rPr lang="en-US"/>
            </a:br>
            <a:r>
              <a:rPr lang="en-US"/>
              <a:t>section headline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AD7331-A290-4E7C-96AB-830E485CC3E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06-02-2026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04E87D7-1173-416D-A1D1-66C572E2408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90BF342-4EB1-4B9F-AA8F-8C410D71AA0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FFF76-F4CA-4D0D-8433-60341C7214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361600" y="529200"/>
            <a:ext cx="298800" cy="270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13867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3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56">
            <a:extLst>
              <a:ext uri="{FF2B5EF4-FFF2-40B4-BE49-F238E27FC236}">
                <a16:creationId xmlns:a16="http://schemas.microsoft.com/office/drawing/2014/main" id="{62FA8511-013C-46F9-9C0C-1C8D0D76263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050"/>
            <a:ext cx="12192900" cy="6859050"/>
          </a:xfrm>
          <a:prstGeom prst="rect">
            <a:avLst/>
          </a:prstGeom>
          <a:solidFill>
            <a:srgbClr val="4D4D4D"/>
          </a:solidFill>
        </p:spPr>
        <p:txBody>
          <a:bodyPr tIns="54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dark background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A4B03E-F99A-45F8-8AB5-97D7EE918D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BFDDD3A-AEA2-4EF0-AA2B-86A532B90F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0225" y="1196975"/>
            <a:ext cx="4992750" cy="51292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7478F-1779-4392-A704-2EB17F4E7392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06-02-2026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0BAC7-3A13-42F7-83BA-A443A891D3E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CE12F-F1CB-4192-BF62-257E6332749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B55E935-FCCE-43AD-9267-5D8ED6120C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361600" y="529200"/>
            <a:ext cx="298800" cy="270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54939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3C237B-1374-468B-8472-D409173F04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1999" cy="6858000"/>
          </a:xfrm>
          <a:solidFill>
            <a:srgbClr val="4D4D4D"/>
          </a:solidFill>
        </p:spPr>
        <p:txBody>
          <a:bodyPr tIns="900000" bIns="0" anchor="ctr" anchorCtr="0"/>
          <a:lstStyle>
            <a:lvl1pPr marL="0" indent="0" algn="ctr">
              <a:buNone/>
              <a:defRPr sz="1200">
                <a:solidFill>
                  <a:srgbClr val="FFFF00"/>
                </a:solidFill>
              </a:defRPr>
            </a:lvl1pPr>
          </a:lstStyle>
          <a:p>
            <a:r>
              <a:rPr lang="da-DK"/>
              <a:t> </a:t>
            </a:r>
            <a:r>
              <a:rPr lang="en-GB"/>
              <a:t>Click to place a dark background picture</a:t>
            </a:r>
          </a:p>
          <a:p>
            <a:r>
              <a:rPr lang="en-GB"/>
              <a:t>Please make sure that the logo is clearly visable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DF524-76FF-4A6E-BDCF-3FC6DDF0BD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9200" y="1328400"/>
            <a:ext cx="8499600" cy="1749600"/>
          </a:xfrm>
        </p:spPr>
        <p:txBody>
          <a:bodyPr anchor="b"/>
          <a:lstStyle>
            <a:lvl1pPr algn="l">
              <a:defRPr sz="5400"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title slide headline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C0CC1-F0E7-4F53-BA42-3CD94A7B7B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9200" y="3312000"/>
            <a:ext cx="4957200" cy="583200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 support text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59C24-B636-4B48-9BF9-4D691D37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06-02-2026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1D626-B802-4443-96A4-EDF17102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BF4E758-D0A0-4C22-A6A4-794986A068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28800" y="5626800"/>
            <a:ext cx="2631600" cy="734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8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33240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ox 1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3C237B-1374-468B-8472-D409173F04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1999" cy="6858000"/>
          </a:xfrm>
          <a:solidFill>
            <a:srgbClr val="969696"/>
          </a:solidFill>
        </p:spPr>
        <p:txBody>
          <a:bodyPr tIns="0" bIns="720000" anchor="ctr" anchorCtr="0"/>
          <a:lstStyle>
            <a:lvl1pPr marL="0" indent="0" algn="ctr">
              <a:buNone/>
              <a:defRPr sz="120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background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DF524-76FF-4A6E-BDCF-3FC6DDF0BD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2800" y="3862800"/>
            <a:ext cx="11660400" cy="2995200"/>
          </a:xfrm>
          <a:solidFill>
            <a:srgbClr val="11497B"/>
          </a:solidFill>
        </p:spPr>
        <p:txBody>
          <a:bodyPr lIns="475200" tIns="424800" rIns="3600000" anchor="t" anchorCtr="0"/>
          <a:lstStyle>
            <a:lvl1pPr algn="l">
              <a:defRPr sz="3600"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title </a:t>
            </a:r>
            <a:br>
              <a:rPr lang="en-US"/>
            </a:br>
            <a:r>
              <a:rPr lang="en-US"/>
              <a:t>slide headline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C0CC1-F0E7-4F53-BA42-3CD94A7B7B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36800" y="5418000"/>
            <a:ext cx="7081200" cy="44280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 support text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59C24-B636-4B48-9BF9-4D691D37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800" y="6199200"/>
            <a:ext cx="605631" cy="192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06-02-2026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1D626-B802-4443-96A4-EDF17102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6000" y="5997600"/>
            <a:ext cx="6372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C2709E-74A0-4685-A663-84C21200BB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33775" y="5627561"/>
            <a:ext cx="2628000" cy="7272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8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53887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ox 2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3C237B-1374-468B-8472-D409173F04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1999" cy="6858000"/>
          </a:xfrm>
          <a:solidFill>
            <a:srgbClr val="969696"/>
          </a:solidFill>
        </p:spPr>
        <p:txBody>
          <a:bodyPr lIns="3600000" tIns="0" bIns="0" anchor="ctr" anchorCtr="0"/>
          <a:lstStyle>
            <a:lvl1pPr marL="0" indent="0" algn="l">
              <a:buNone/>
              <a:defRPr sz="120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background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DF524-76FF-4A6E-BDCF-3FC6DDF0BD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99200" y="529200"/>
            <a:ext cx="5994000" cy="6328800"/>
          </a:xfrm>
          <a:solidFill>
            <a:srgbClr val="11497B"/>
          </a:solidFill>
        </p:spPr>
        <p:txBody>
          <a:bodyPr lIns="468000" tIns="612000" rIns="468000" bIns="2329200" anchor="t" anchorCtr="0"/>
          <a:lstStyle>
            <a:lvl1pPr algn="l">
              <a:defRPr sz="4000"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title slide headline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C0CC1-F0E7-4F53-BA42-3CD94A7B7B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03200" y="2948400"/>
            <a:ext cx="4957200" cy="388800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 support text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59C24-B636-4B48-9BF9-4D691D37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9200" y="6199200"/>
            <a:ext cx="605631" cy="192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06-02-2026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1D626-B802-4443-96A4-EDF17102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2000" y="5997600"/>
            <a:ext cx="42444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C2709E-74A0-4685-A663-84C21200BB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33775" y="5627561"/>
            <a:ext cx="2628000" cy="7272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8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01729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mall image - Dark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3C237B-1374-468B-8472-D409173F04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5600" y="-1"/>
            <a:ext cx="7617600" cy="4993200"/>
          </a:xfrm>
          <a:solidFill>
            <a:srgbClr val="969696"/>
          </a:solidFill>
        </p:spPr>
        <p:txBody>
          <a:bodyPr tIns="540000" bIns="0" anchor="ctr" anchorCtr="0"/>
          <a:lstStyle>
            <a:lvl1pPr marL="0" indent="0" algn="ctr">
              <a:buNone/>
              <a:defRPr sz="120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DF524-76FF-4A6E-BDCF-3FC6DDF0BD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2800" y="1155600"/>
            <a:ext cx="3538800" cy="1540800"/>
          </a:xfrm>
        </p:spPr>
        <p:txBody>
          <a:bodyPr anchor="t" anchorCtr="0"/>
          <a:lstStyle>
            <a:lvl1pPr algn="l">
              <a:defRPr sz="3600"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title slide header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C0CC1-F0E7-4F53-BA42-3CD94A7B7B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9200" y="2782800"/>
            <a:ext cx="3538800" cy="44280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 support text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59C24-B636-4B48-9BF9-4D691D37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06-02-2026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1D626-B802-4443-96A4-EDF17102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C2709E-74A0-4685-A663-84C21200BB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33775" y="5627561"/>
            <a:ext cx="2628000" cy="7272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8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101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D831E49-5B3B-8701-A374-E2C045FFC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226" y="1196975"/>
            <a:ext cx="11129962" cy="512921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62F629A-4225-0E92-7D3E-24A1AC70A1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0225" y="6199794"/>
            <a:ext cx="605631" cy="1920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rgbClr val="11497B"/>
                </a:solidFill>
                <a:latin typeface="+mn-lt"/>
              </a:defRPr>
            </a:lvl1pPr>
          </a:lstStyle>
          <a:p>
            <a:fld id="{D0A92B78-1DD2-45FA-A79C-EB831B78FEC1}" type="datetime1">
              <a:rPr lang="da-DK" smtClean="0"/>
              <a:t>06-02-2026</a:t>
            </a:fld>
            <a:endParaRPr lang="en-GB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90B52D0-02F2-5BF8-DBAC-BDB7946B0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42218" y="5995946"/>
            <a:ext cx="6876257" cy="365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rgbClr val="11497B"/>
                </a:solidFill>
                <a:latin typeface="+mn-lt"/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95296A6-C1D8-A876-B4F8-8B4D017B6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199794"/>
            <a:ext cx="504825" cy="19208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rgbClr val="11497B"/>
                </a:solidFill>
                <a:latin typeface="+mn-lt"/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64D49B68-3942-4D95-BB86-3F47BA13E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225" y="504202"/>
            <a:ext cx="9713913" cy="69277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your slide headline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34380E5-1FC9-478C-894C-6BBAFA840048}"/>
              </a:ext>
            </a:extLst>
          </p:cNvPr>
          <p:cNvPicPr>
            <a:picLocks noChangeAspect="1"/>
          </p:cNvPicPr>
          <p:nvPr userDrawn="1"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1" r:id="rId1"/>
    <p:sldLayoutId id="2147484052" r:id="rId2"/>
    <p:sldLayoutId id="2147484029" r:id="rId3"/>
    <p:sldLayoutId id="2147484031" r:id="rId4"/>
    <p:sldLayoutId id="2147484033" r:id="rId5"/>
    <p:sldLayoutId id="2147484035" r:id="rId6"/>
    <p:sldLayoutId id="2147484061" r:id="rId7"/>
    <p:sldLayoutId id="2147484063" r:id="rId8"/>
    <p:sldLayoutId id="2147484037" r:id="rId9"/>
    <p:sldLayoutId id="2147484039" r:id="rId10"/>
    <p:sldLayoutId id="2147484041" r:id="rId11"/>
    <p:sldLayoutId id="2147484048" r:id="rId12"/>
    <p:sldLayoutId id="2147484043" r:id="rId13"/>
    <p:sldLayoutId id="2147484024" r:id="rId14"/>
    <p:sldLayoutId id="2147484045" r:id="rId15"/>
    <p:sldLayoutId id="2147484026" r:id="rId16"/>
    <p:sldLayoutId id="2147484053" r:id="rId17"/>
    <p:sldLayoutId id="2147484054" r:id="rId18"/>
    <p:sldLayoutId id="2147484055" r:id="rId19"/>
    <p:sldLayoutId id="2147484056" r:id="rId20"/>
    <p:sldLayoutId id="2147484028" r:id="rId21"/>
    <p:sldLayoutId id="2147484030" r:id="rId22"/>
    <p:sldLayoutId id="2147484032" r:id="rId23"/>
    <p:sldLayoutId id="2147484034" r:id="rId24"/>
    <p:sldLayoutId id="2147484036" r:id="rId25"/>
    <p:sldLayoutId id="2147484062" r:id="rId26"/>
    <p:sldLayoutId id="2147484064" r:id="rId27"/>
    <p:sldLayoutId id="2147484038" r:id="rId28"/>
    <p:sldLayoutId id="2147484040" r:id="rId29"/>
    <p:sldLayoutId id="2147484042" r:id="rId30"/>
    <p:sldLayoutId id="2147484049" r:id="rId31"/>
    <p:sldLayoutId id="2147484044" r:id="rId32"/>
    <p:sldLayoutId id="2147484023" r:id="rId33"/>
    <p:sldLayoutId id="2147484022" r:id="rId34"/>
    <p:sldLayoutId id="2147484025" r:id="rId35"/>
    <p:sldLayoutId id="2147484057" r:id="rId36"/>
    <p:sldLayoutId id="2147484058" r:id="rId37"/>
    <p:sldLayoutId id="2147484059" r:id="rId38"/>
    <p:sldLayoutId id="2147484060" r:id="rId3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0" kern="1200">
          <a:solidFill>
            <a:srgbClr val="126AF3"/>
          </a:solidFill>
          <a:latin typeface="+mj-lt"/>
          <a:ea typeface="+mj-ea"/>
          <a:cs typeface="+mj-cs"/>
        </a:defRPr>
      </a:lvl1pPr>
    </p:titleStyle>
    <p:bodyStyle>
      <a:lvl1pPr marL="182563" indent="-182563" algn="l" defTabSz="914400" rtl="0" eaLnBrk="1" latinLnBrk="0" hangingPunct="1">
        <a:lnSpc>
          <a:spcPct val="10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rgbClr val="11497B"/>
          </a:solidFill>
          <a:latin typeface="+mn-lt"/>
          <a:ea typeface="+mn-ea"/>
          <a:cs typeface="+mn-cs"/>
        </a:defRPr>
      </a:lvl1pPr>
      <a:lvl2pPr marL="630238" indent="-173038" algn="l" defTabSz="914400" rtl="0" eaLnBrk="1" latinLnBrk="0" hangingPunct="1">
        <a:lnSpc>
          <a:spcPct val="10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rgbClr val="11497B"/>
          </a:solidFill>
          <a:latin typeface="+mn-lt"/>
          <a:ea typeface="+mn-ea"/>
          <a:cs typeface="+mn-cs"/>
        </a:defRPr>
      </a:lvl2pPr>
      <a:lvl3pPr marL="1079500" indent="-165100" algn="l" defTabSz="914400" rtl="0" eaLnBrk="1" latinLnBrk="0" hangingPunct="1">
        <a:lnSpc>
          <a:spcPct val="10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rgbClr val="11497B"/>
          </a:solidFill>
          <a:latin typeface="+mn-lt"/>
          <a:ea typeface="+mn-ea"/>
          <a:cs typeface="+mn-cs"/>
        </a:defRPr>
      </a:lvl3pPr>
      <a:lvl4pPr marL="1527175" indent="-155575" algn="l" defTabSz="914400" rtl="0" eaLnBrk="1" latinLnBrk="0" hangingPunct="1">
        <a:lnSpc>
          <a:spcPct val="10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rgbClr val="11497B"/>
          </a:solidFill>
          <a:latin typeface="+mn-lt"/>
          <a:ea typeface="+mn-ea"/>
          <a:cs typeface="+mn-cs"/>
        </a:defRPr>
      </a:lvl4pPr>
      <a:lvl5pPr marL="1974850" indent="-146050" algn="l" defTabSz="914400" rtl="0" eaLnBrk="1" latinLnBrk="0" hangingPunct="1">
        <a:lnSpc>
          <a:spcPct val="10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rgbClr val="11497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41" userDrawn="1">
          <p15:clr>
            <a:srgbClr val="F26B43"/>
          </p15:clr>
        </p15:guide>
        <p15:guide id="542" pos="7680" userDrawn="1">
          <p15:clr>
            <a:srgbClr val="F26B43"/>
          </p15:clr>
        </p15:guide>
        <p15:guide id="543" pos="334" userDrawn="1">
          <p15:clr>
            <a:srgbClr val="F26B43"/>
          </p15:clr>
        </p15:guide>
        <p15:guide id="544" pos="652" userDrawn="1">
          <p15:clr>
            <a:srgbClr val="F26B43"/>
          </p15:clr>
        </p15:guide>
        <p15:guide id="545" pos="780" userDrawn="1">
          <p15:clr>
            <a:srgbClr val="F26B43"/>
          </p15:clr>
        </p15:guide>
        <p15:guide id="546" pos="1098" userDrawn="1">
          <p15:clr>
            <a:srgbClr val="F26B43"/>
          </p15:clr>
        </p15:guide>
        <p15:guide id="547" pos="1226" userDrawn="1">
          <p15:clr>
            <a:srgbClr val="F26B43"/>
          </p15:clr>
        </p15:guide>
        <p15:guide id="548" pos="1544" userDrawn="1">
          <p15:clr>
            <a:srgbClr val="F26B43"/>
          </p15:clr>
        </p15:guide>
        <p15:guide id="549" pos="1672" userDrawn="1">
          <p15:clr>
            <a:srgbClr val="F26B43"/>
          </p15:clr>
        </p15:guide>
        <p15:guide id="550" pos="2003" userDrawn="1">
          <p15:clr>
            <a:srgbClr val="F26B43"/>
          </p15:clr>
        </p15:guide>
        <p15:guide id="551" pos="2119" userDrawn="1">
          <p15:clr>
            <a:srgbClr val="F26B43"/>
          </p15:clr>
        </p15:guide>
        <p15:guide id="552" pos="2437" userDrawn="1">
          <p15:clr>
            <a:srgbClr val="F26B43"/>
          </p15:clr>
        </p15:guide>
        <p15:guide id="553" pos="2565" userDrawn="1">
          <p15:clr>
            <a:srgbClr val="F26B43"/>
          </p15:clr>
        </p15:guide>
        <p15:guide id="554" pos="2883" userDrawn="1">
          <p15:clr>
            <a:srgbClr val="F26B43"/>
          </p15:clr>
        </p15:guide>
        <p15:guide id="555" pos="3011" userDrawn="1">
          <p15:clr>
            <a:srgbClr val="F26B43"/>
          </p15:clr>
        </p15:guide>
        <p15:guide id="556" pos="3329" userDrawn="1">
          <p15:clr>
            <a:srgbClr val="F26B43"/>
          </p15:clr>
        </p15:guide>
        <p15:guide id="557" pos="3457" userDrawn="1">
          <p15:clr>
            <a:srgbClr val="F26B43"/>
          </p15:clr>
        </p15:guide>
        <p15:guide id="558" pos="3776" userDrawn="1">
          <p15:clr>
            <a:srgbClr val="F26B43"/>
          </p15:clr>
        </p15:guide>
        <p15:guide id="559" pos="3904" userDrawn="1">
          <p15:clr>
            <a:srgbClr val="F26B43"/>
          </p15:clr>
        </p15:guide>
        <p15:guide id="560" pos="4222" userDrawn="1">
          <p15:clr>
            <a:srgbClr val="F26B43"/>
          </p15:clr>
        </p15:guide>
        <p15:guide id="561" pos="4350" userDrawn="1">
          <p15:clr>
            <a:srgbClr val="F26B43"/>
          </p15:clr>
        </p15:guide>
        <p15:guide id="562" pos="4668" userDrawn="1">
          <p15:clr>
            <a:srgbClr val="F26B43"/>
          </p15:clr>
        </p15:guide>
        <p15:guide id="563" pos="4796" userDrawn="1">
          <p15:clr>
            <a:srgbClr val="F26B43"/>
          </p15:clr>
        </p15:guide>
        <p15:guide id="564" pos="5114" userDrawn="1">
          <p15:clr>
            <a:srgbClr val="F26B43"/>
          </p15:clr>
        </p15:guide>
        <p15:guide id="565" pos="5242" userDrawn="1">
          <p15:clr>
            <a:srgbClr val="F26B43"/>
          </p15:clr>
        </p15:guide>
        <p15:guide id="566" pos="5560" userDrawn="1">
          <p15:clr>
            <a:srgbClr val="F26B43"/>
          </p15:clr>
        </p15:guide>
        <p15:guide id="567" pos="5688" userDrawn="1">
          <p15:clr>
            <a:srgbClr val="F26B43"/>
          </p15:clr>
        </p15:guide>
        <p15:guide id="568" pos="6007" userDrawn="1">
          <p15:clr>
            <a:srgbClr val="F26B43"/>
          </p15:clr>
        </p15:guide>
        <p15:guide id="569" pos="6135" userDrawn="1">
          <p15:clr>
            <a:srgbClr val="F26B43"/>
          </p15:clr>
        </p15:guide>
        <p15:guide id="570" pos="6453" userDrawn="1">
          <p15:clr>
            <a:srgbClr val="F26B43"/>
          </p15:clr>
        </p15:guide>
        <p15:guide id="571" pos="6581" userDrawn="1">
          <p15:clr>
            <a:srgbClr val="F26B43"/>
          </p15:clr>
        </p15:guide>
        <p15:guide id="572" pos="6899" userDrawn="1">
          <p15:clr>
            <a:srgbClr val="F26B43"/>
          </p15:clr>
        </p15:guide>
        <p15:guide id="573" pos="7027" userDrawn="1">
          <p15:clr>
            <a:srgbClr val="F26B43"/>
          </p15:clr>
        </p15:guide>
        <p15:guide id="574" pos="7345" userDrawn="1">
          <p15:clr>
            <a:srgbClr val="F26B43"/>
          </p15:clr>
        </p15:guide>
        <p15:guide id="575" orient="horz" userDrawn="1">
          <p15:clr>
            <a:srgbClr val="F26B43"/>
          </p15:clr>
        </p15:guide>
        <p15:guide id="576" orient="horz" pos="4320" userDrawn="1">
          <p15:clr>
            <a:srgbClr val="F26B43"/>
          </p15:clr>
        </p15:guide>
        <p15:guide id="577" orient="horz" pos="334" userDrawn="1">
          <p15:clr>
            <a:srgbClr val="F26B43"/>
          </p15:clr>
        </p15:guide>
        <p15:guide id="578" orient="horz" pos="626" userDrawn="1">
          <p15:clr>
            <a:srgbClr val="F26B43"/>
          </p15:clr>
        </p15:guide>
        <p15:guide id="579" orient="horz" pos="754" userDrawn="1">
          <p15:clr>
            <a:srgbClr val="F26B43"/>
          </p15:clr>
        </p15:guide>
        <p15:guide id="580" orient="horz" pos="1046" userDrawn="1">
          <p15:clr>
            <a:srgbClr val="F26B43"/>
          </p15:clr>
        </p15:guide>
        <p15:guide id="581" orient="horz" pos="1174" userDrawn="1">
          <p15:clr>
            <a:srgbClr val="F26B43"/>
          </p15:clr>
        </p15:guide>
        <p15:guide id="582" orient="horz" pos="1466" userDrawn="1">
          <p15:clr>
            <a:srgbClr val="F26B43"/>
          </p15:clr>
        </p15:guide>
        <p15:guide id="583" orient="horz" pos="1594" userDrawn="1">
          <p15:clr>
            <a:srgbClr val="F26B43"/>
          </p15:clr>
        </p15:guide>
        <p15:guide id="584" orient="horz" pos="1886" userDrawn="1">
          <p15:clr>
            <a:srgbClr val="F26B43"/>
          </p15:clr>
        </p15:guide>
        <p15:guide id="585" orient="horz" pos="2014" userDrawn="1">
          <p15:clr>
            <a:srgbClr val="F26B43"/>
          </p15:clr>
        </p15:guide>
        <p15:guide id="586" orient="horz" pos="2305" userDrawn="1">
          <p15:clr>
            <a:srgbClr val="F26B43"/>
          </p15:clr>
        </p15:guide>
        <p15:guide id="587" orient="horz" pos="2433" userDrawn="1">
          <p15:clr>
            <a:srgbClr val="F26B43"/>
          </p15:clr>
        </p15:guide>
        <p15:guide id="588" orient="horz" pos="2725" userDrawn="1">
          <p15:clr>
            <a:srgbClr val="F26B43"/>
          </p15:clr>
        </p15:guide>
        <p15:guide id="589" orient="horz" pos="2853" userDrawn="1">
          <p15:clr>
            <a:srgbClr val="F26B43"/>
          </p15:clr>
        </p15:guide>
        <p15:guide id="590" orient="horz" pos="3145" userDrawn="1">
          <p15:clr>
            <a:srgbClr val="F26B43"/>
          </p15:clr>
        </p15:guide>
        <p15:guide id="591" orient="horz" pos="3273" userDrawn="1">
          <p15:clr>
            <a:srgbClr val="F26B43"/>
          </p15:clr>
        </p15:guide>
        <p15:guide id="592" orient="horz" pos="3565" userDrawn="1">
          <p15:clr>
            <a:srgbClr val="F26B43"/>
          </p15:clr>
        </p15:guide>
        <p15:guide id="593" orient="horz" pos="3693" userDrawn="1">
          <p15:clr>
            <a:srgbClr val="F26B43"/>
          </p15:clr>
        </p15:guide>
        <p15:guide id="594" orient="horz" pos="398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1B2D1-32D5-DD79-9E73-203AF2D18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description</a:t>
            </a: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389D61-E5FB-AACB-5A2E-DFA5C7AF9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34" y="2446392"/>
            <a:ext cx="9267494" cy="37769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3099B3-4550-5181-666B-903A6BDF90C3}"/>
              </a:ext>
            </a:extLst>
          </p:cNvPr>
          <p:cNvSpPr txBox="1"/>
          <p:nvPr/>
        </p:nvSpPr>
        <p:spPr>
          <a:xfrm>
            <a:off x="722053" y="1587790"/>
            <a:ext cx="86212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dirty="0"/>
              <a:t>Given “MANUFACTURER” and “PRODNAME”, find “FLOWNOM56”, “HEADNOM56” and “PHASE”</a:t>
            </a:r>
          </a:p>
          <a:p>
            <a:pPr algn="l"/>
            <a:r>
              <a:rPr lang="en-US" sz="1600" dirty="0"/>
              <a:t>“PUMP_DESIGN” and “PORTPORT” can </a:t>
            </a:r>
            <a:r>
              <a:rPr lang="en-US" sz="1600"/>
              <a:t>be ignored</a:t>
            </a:r>
            <a:endParaRPr lang="da-DK" sz="1600" dirty="0"/>
          </a:p>
        </p:txBody>
      </p:sp>
    </p:spTree>
    <p:extLst>
      <p:ext uri="{BB962C8B-B14F-4D97-AF65-F5344CB8AC3E}">
        <p14:creationId xmlns:p14="http://schemas.microsoft.com/office/powerpoint/2010/main" val="2891858134"/>
      </p:ext>
    </p:extLst>
  </p:cSld>
  <p:clrMapOvr>
    <a:masterClrMapping/>
  </p:clrMapOvr>
</p:sld>
</file>

<file path=ppt/theme/theme1.xml><?xml version="1.0" encoding="utf-8"?>
<a:theme xmlns:a="http://schemas.openxmlformats.org/drawingml/2006/main" name="Grundfos 2022">
  <a:themeElements>
    <a:clrScheme name="GF Colours Word 01">
      <a:dk1>
        <a:srgbClr val="000000"/>
      </a:dk1>
      <a:lt1>
        <a:srgbClr val="FFFFFF"/>
      </a:lt1>
      <a:dk2>
        <a:srgbClr val="E9F1F7"/>
      </a:dk2>
      <a:lt2>
        <a:srgbClr val="7497B2"/>
      </a:lt2>
      <a:accent1>
        <a:srgbClr val="11497B"/>
      </a:accent1>
      <a:accent2>
        <a:srgbClr val="126AF3"/>
      </a:accent2>
      <a:accent3>
        <a:srgbClr val="47A6FF"/>
      </a:accent3>
      <a:accent4>
        <a:srgbClr val="092844"/>
      </a:accent4>
      <a:accent5>
        <a:srgbClr val="E3C181"/>
      </a:accent5>
      <a:accent6>
        <a:srgbClr val="F0DDBA"/>
      </a:accent6>
      <a:hlink>
        <a:srgbClr val="126AF3"/>
      </a:hlink>
      <a:folHlink>
        <a:srgbClr val="126AF3"/>
      </a:folHlink>
    </a:clrScheme>
    <a:fontScheme name="Grundfos 2022">
      <a:majorFont>
        <a:latin typeface="Grundfos TheSans Extd Black"/>
        <a:ea typeface=""/>
        <a:cs typeface=""/>
      </a:majorFont>
      <a:minorFont>
        <a:latin typeface="Grundfos TheSans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26AF3"/>
        </a:solidFill>
        <a:ln>
          <a:noFill/>
        </a:ln>
      </a:spPr>
      <a:bodyPr rtlCol="0" anchor="ctr"/>
      <a:lstStyle>
        <a:defPPr algn="ctr">
          <a:defRPr sz="160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smtClean="0"/>
        </a:defPPr>
      </a:lstStyle>
    </a:txDef>
  </a:objectDefaults>
  <a:extraClrSchemeLst/>
  <a:custClrLst>
    <a:custClr name="Blue 1">
      <a:srgbClr val="E9F1F7"/>
    </a:custClr>
    <a:custClr name="Green 1">
      <a:srgbClr val="E7F1E7"/>
    </a:custClr>
    <a:custClr name="Yellow 1">
      <a:srgbClr val="F7EDDB"/>
    </a:custClr>
    <a:custClr name="Red 1">
      <a:srgbClr val="F4E1D4"/>
    </a:custClr>
    <a:custClr name="Dark Blue">
      <a:srgbClr val="092844"/>
    </a:custClr>
    <a:custClr name="Grundfos Blue">
      <a:srgbClr val="11497B"/>
    </a:custClr>
    <a:custClr name="Attention Blue">
      <a:srgbClr val="126AF3"/>
    </a:custClr>
    <a:custClr name="Attention Blue Light">
      <a:srgbClr val="47A6FF"/>
    </a:custClr>
    <a:custClr name="White">
      <a:srgbClr val="FFFFFF"/>
    </a:custClr>
    <a:custClr name="Black">
      <a:srgbClr val="000000"/>
    </a:custClr>
    <a:custClr name="Blue 2">
      <a:srgbClr val="BFD3E3"/>
    </a:custClr>
    <a:custClr name="Green 2">
      <a:srgbClr val="C8DBC8"/>
    </a:custClr>
    <a:custClr name="Yellow 2">
      <a:srgbClr val="F5DAA9"/>
    </a:custClr>
    <a:custClr name="Red 2">
      <a:srgbClr val="EDB99F"/>
    </a:custClr>
    <a:custClr name="BLANK">
      <a:srgbClr val="FFFFFF"/>
    </a:custClr>
    <a:custClr name="Grundfos Blue 80">
      <a:srgbClr val="416D95"/>
    </a:custClr>
    <a:custClr name="Attention Blue 80">
      <a:srgbClr val="4188F5"/>
    </a:custClr>
    <a:custClr name="Attention Blue Light 80">
      <a:srgbClr val="6CB8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undfos Blue 60">
      <a:srgbClr val="7092B0"/>
    </a:custClr>
    <a:custClr name="Attention Blue 60">
      <a:srgbClr val="71A6F8"/>
    </a:custClr>
    <a:custClr name="Attention Blue Light 60">
      <a:srgbClr val="91CAFF"/>
    </a:custClr>
    <a:custClr name="BLANK">
      <a:srgbClr val="FFFFFF"/>
    </a:custClr>
    <a:custClr name="Function Red">
      <a:srgbClr val="E33353"/>
    </a:custClr>
    <a:custClr name="Blue 3">
      <a:srgbClr val="7497B2"/>
    </a:custClr>
    <a:custClr name="Green 3">
      <a:srgbClr val="5D7469"/>
    </a:custClr>
    <a:custClr name="Yellow 3">
      <a:srgbClr val="E3C181"/>
    </a:custClr>
    <a:custClr name="Red 3">
      <a:srgbClr val="B75151"/>
    </a:custClr>
    <a:custClr name="BLANK">
      <a:srgbClr val="FFFFFF"/>
    </a:custClr>
    <a:custClr name="Grundfos Blue 40">
      <a:srgbClr val="A0B6CA"/>
    </a:custClr>
    <a:custClr name="Attention Blue 40">
      <a:srgbClr val="A0C3FA"/>
    </a:custClr>
    <a:custClr name="Attention Blue Light 40">
      <a:srgbClr val="B5DBFF"/>
    </a:custClr>
    <a:custClr name="BLANK">
      <a:srgbClr val="FFFFFF"/>
    </a:custClr>
    <a:custClr name="Function Green">
      <a:srgbClr val="4AA22C"/>
    </a:custClr>
    <a:custClr name="Blue 4">
      <a:srgbClr val="092844"/>
    </a:custClr>
    <a:custClr name="Green 4">
      <a:srgbClr val="37453E"/>
    </a:custClr>
    <a:custClr name="Yellow 4">
      <a:srgbClr val="A36B50"/>
    </a:custClr>
    <a:custClr name="Red 4">
      <a:srgbClr val="611E2E"/>
    </a:custClr>
    <a:custClr name="BLANK">
      <a:srgbClr val="FFFFFF"/>
    </a:custClr>
    <a:custClr name="Grundfos Blue 20">
      <a:srgbClr val="CFDBE5"/>
    </a:custClr>
    <a:custClr name="Attention Blue 20">
      <a:srgbClr val="D0E1FD"/>
    </a:custClr>
    <a:custClr name="Attention Blue Light 20">
      <a:srgbClr val="DAEDFF"/>
    </a:custClr>
    <a:custClr name="BLANK">
      <a:srgbClr val="FFFFFF"/>
    </a:custClr>
    <a:custClr name="Function Yellow">
      <a:srgbClr val="F6AA33"/>
    </a:custClr>
  </a:custClrLst>
  <a:extLst>
    <a:ext uri="{05A4C25C-085E-4340-85A3-A5531E510DB2}">
      <thm15:themeFamily xmlns:thm15="http://schemas.microsoft.com/office/thememl/2012/main" name="Grundfos_PowerPoint_Template.potx" id="{A0E7F970-6815-45E5-A528-FD1753C99D4F}" vid="{57B14E53-76D9-4C4B-BDDE-0867965C63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6285E53-73AF-41DB-8D41-BA0AD6A16702}">
  <we:reference id="wa104380902" version="1.0.0.0" store="en-US" storeType="OMEX"/>
  <we:alternateReferences>
    <we:reference id="wa104380902" version="1.0.0.0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e2a2f9a-8805-447d-9636-b05edd9cf709"/>
    <lcf76f155ced4ddcb4097134ff3c332f xmlns="e61409eb-560d-44c3-b24a-784574650d9f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A4D8EAEB4A1F428AA416A6DB882B4D" ma:contentTypeVersion="11" ma:contentTypeDescription="Create a new document." ma:contentTypeScope="" ma:versionID="5605bc3a85be1370629bc380f26fcdc6">
  <xsd:schema xmlns:xsd="http://www.w3.org/2001/XMLSchema" xmlns:xs="http://www.w3.org/2001/XMLSchema" xmlns:p="http://schemas.microsoft.com/office/2006/metadata/properties" xmlns:ns2="e61409eb-560d-44c3-b24a-784574650d9f" xmlns:ns3="6e2a2f9a-8805-447d-9636-b05edd9cf709" targetNamespace="http://schemas.microsoft.com/office/2006/metadata/properties" ma:root="true" ma:fieldsID="e07fb82d2406621b706a43b4862da53b" ns2:_="" ns3:_="">
    <xsd:import namespace="e61409eb-560d-44c3-b24a-784574650d9f"/>
    <xsd:import namespace="6e2a2f9a-8805-447d-9636-b05edd9cf7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1409eb-560d-44c3-b24a-784574650d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e24f276-14dc-4e54-a0cf-bc34c614c50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2a2f9a-8805-447d-9636-b05edd9cf70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8c178cc-6471-41ea-88c7-a012a171304a}" ma:internalName="TaxCatchAll" ma:showField="CatchAllData" ma:web="6e2a2f9a-8805-447d-9636-b05edd9cf7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E6731F-06D2-4F1B-AD6A-51F79169DA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8FC168-16B1-4D55-AD48-6C92093A37DC}">
  <ds:schemaRefs>
    <ds:schemaRef ds:uri="http://schemas.microsoft.com/office/2006/documentManagement/types"/>
    <ds:schemaRef ds:uri="e61409eb-560d-44c3-b24a-784574650d9f"/>
    <ds:schemaRef ds:uri="http://purl.org/dc/terms/"/>
    <ds:schemaRef ds:uri="http://purl.org/dc/elements/1.1/"/>
    <ds:schemaRef ds:uri="6e2a2f9a-8805-447d-9636-b05edd9cf709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DE99086-70F0-4227-B0CF-DA3286D302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1409eb-560d-44c3-b24a-784574650d9f"/>
    <ds:schemaRef ds:uri="6e2a2f9a-8805-447d-9636-b05edd9cf7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33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Grundfos TheSans SemiLight</vt:lpstr>
      <vt:lpstr>Grundfos TheSans ExtraBold</vt:lpstr>
      <vt:lpstr>Arial</vt:lpstr>
      <vt:lpstr>Grundfos TheSans Extd Black</vt:lpstr>
      <vt:lpstr>Grundfos 2022</vt:lpstr>
      <vt:lpstr>Data description</vt:lpstr>
    </vt:vector>
  </TitlesOfParts>
  <Company>Grundfos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Nicolai Bæk Thomsen</dc:creator>
  <cp:keywords>2022</cp:keywords>
  <cp:lastModifiedBy>Nicolai Bæk Thomsen</cp:lastModifiedBy>
  <cp:revision>1</cp:revision>
  <dcterms:created xsi:type="dcterms:W3CDTF">2026-02-06T06:42:39Z</dcterms:created>
  <dcterms:modified xsi:type="dcterms:W3CDTF">2026-02-06T06:46:33Z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0x0101007FA4D8EAEB4A1F428AA416A6DB882B4D</vt:lpwstr>
  </property>
  <property fmtid="{D5CDD505-2E9C-101B-9397-08002B2CF9AE}" pid="3" name="MediaServiceImageTags">
    <vt:lpwstr/>
  </property>
</Properties>
</file>